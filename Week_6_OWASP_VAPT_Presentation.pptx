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shivakalimath" userId="956c59d1fd19f8b9" providerId="LiveId" clId="{B6780CA4-0057-4C48-8476-F47BB13837F9}"/>
    <pc:docChg chg="undo custSel modSld">
      <pc:chgData name="pooja shivakalimath" userId="956c59d1fd19f8b9" providerId="LiveId" clId="{B6780CA4-0057-4C48-8476-F47BB13837F9}" dt="2026-10-14T10:19:53.395" v="99" actId="478"/>
      <pc:docMkLst>
        <pc:docMk/>
      </pc:docMkLst>
      <pc:sldChg chg="modSp mod">
        <pc:chgData name="pooja shivakalimath" userId="956c59d1fd19f8b9" providerId="LiveId" clId="{B6780CA4-0057-4C48-8476-F47BB13837F9}" dt="2026-10-14T10:15:05.278" v="59" actId="2711"/>
        <pc:sldMkLst>
          <pc:docMk/>
          <pc:sldMk cId="0" sldId="256"/>
        </pc:sldMkLst>
        <pc:spChg chg="mod">
          <ac:chgData name="pooja shivakalimath" userId="956c59d1fd19f8b9" providerId="LiveId" clId="{B6780CA4-0057-4C48-8476-F47BB13837F9}" dt="2026-10-14T10:14:01.653" v="0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4:10.632" v="1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4:18.224" v="2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5:05.278" v="59" actId="2711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pooja shivakalimath" userId="956c59d1fd19f8b9" providerId="LiveId" clId="{B6780CA4-0057-4C48-8476-F47BB13837F9}" dt="2026-10-14T10:15:38.927" v="63" actId="478"/>
        <pc:sldMkLst>
          <pc:docMk/>
          <pc:sldMk cId="0" sldId="257"/>
        </pc:sldMkLst>
        <pc:spChg chg="mod">
          <ac:chgData name="pooja shivakalimath" userId="956c59d1fd19f8b9" providerId="LiveId" clId="{B6780CA4-0057-4C48-8476-F47BB13837F9}" dt="2026-10-14T10:15:17.350" v="60" actId="2711"/>
          <ac:spMkLst>
            <pc:docMk/>
            <pc:sldMk cId="0" sldId="257"/>
            <ac:spMk id="3" creationId="{00000000-0000-0000-0000-000000000000}"/>
          </ac:spMkLst>
        </pc:spChg>
        <pc:spChg chg="del">
          <ac:chgData name="pooja shivakalimath" userId="956c59d1fd19f8b9" providerId="LiveId" clId="{B6780CA4-0057-4C48-8476-F47BB13837F9}" dt="2026-10-14T10:15:38.927" v="63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5:35.014" v="62" actId="1076"/>
          <ac:spMkLst>
            <pc:docMk/>
            <pc:sldMk cId="0" sldId="257"/>
            <ac:spMk id="5" creationId="{00000000-0000-0000-0000-000000000000}"/>
          </ac:spMkLst>
        </pc:spChg>
      </pc:sldChg>
      <pc:sldChg chg="delSp modSp mod">
        <pc:chgData name="pooja shivakalimath" userId="956c59d1fd19f8b9" providerId="LiveId" clId="{B6780CA4-0057-4C48-8476-F47BB13837F9}" dt="2026-10-14T10:16:47.841" v="74" actId="478"/>
        <pc:sldMkLst>
          <pc:docMk/>
          <pc:sldMk cId="0" sldId="258"/>
        </pc:sldMkLst>
        <pc:spChg chg="mod">
          <ac:chgData name="pooja shivakalimath" userId="956c59d1fd19f8b9" providerId="LiveId" clId="{B6780CA4-0057-4C48-8476-F47BB13837F9}" dt="2026-10-14T10:15:47.597" v="64" actId="2711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pooja shivakalimath" userId="956c59d1fd19f8b9" providerId="LiveId" clId="{B6780CA4-0057-4C48-8476-F47BB13837F9}" dt="2026-10-14T10:16:47.841" v="74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6:01.986" v="66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6:12.240" v="67" actId="2711"/>
          <ac:spMkLst>
            <pc:docMk/>
            <pc:sldMk cId="0" sldId="258"/>
            <ac:spMk id="7" creationId="{00000000-0000-0000-0000-000000000000}"/>
          </ac:spMkLst>
        </pc:spChg>
      </pc:sldChg>
      <pc:sldChg chg="delSp modSp mod">
        <pc:chgData name="pooja shivakalimath" userId="956c59d1fd19f8b9" providerId="LiveId" clId="{B6780CA4-0057-4C48-8476-F47BB13837F9}" dt="2026-10-14T10:16:58.040" v="75" actId="2711"/>
        <pc:sldMkLst>
          <pc:docMk/>
          <pc:sldMk cId="0" sldId="259"/>
        </pc:sldMkLst>
        <pc:spChg chg="mod">
          <ac:chgData name="pooja shivakalimath" userId="956c59d1fd19f8b9" providerId="LiveId" clId="{B6780CA4-0057-4C48-8476-F47BB13837F9}" dt="2026-10-14T10:16:20.896" v="68" actId="2711"/>
          <ac:spMkLst>
            <pc:docMk/>
            <pc:sldMk cId="0" sldId="259"/>
            <ac:spMk id="3" creationId="{00000000-0000-0000-0000-000000000000}"/>
          </ac:spMkLst>
        </pc:spChg>
        <pc:spChg chg="del">
          <ac:chgData name="pooja shivakalimath" userId="956c59d1fd19f8b9" providerId="LiveId" clId="{B6780CA4-0057-4C48-8476-F47BB13837F9}" dt="2026-10-14T10:16:39.203" v="71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6:34.283" v="7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6:58.040" v="75" actId="2711"/>
          <ac:spMkLst>
            <pc:docMk/>
            <pc:sldMk cId="0" sldId="259"/>
            <ac:spMk id="7" creationId="{00000000-0000-0000-0000-000000000000}"/>
          </ac:spMkLst>
        </pc:spChg>
      </pc:sldChg>
      <pc:sldChg chg="delSp modSp mod">
        <pc:chgData name="pooja shivakalimath" userId="956c59d1fd19f8b9" providerId="LiveId" clId="{B6780CA4-0057-4C48-8476-F47BB13837F9}" dt="2026-10-14T10:17:50.120" v="80" actId="2711"/>
        <pc:sldMkLst>
          <pc:docMk/>
          <pc:sldMk cId="0" sldId="260"/>
        </pc:sldMkLst>
        <pc:spChg chg="mod">
          <ac:chgData name="pooja shivakalimath" userId="956c59d1fd19f8b9" providerId="LiveId" clId="{B6780CA4-0057-4C48-8476-F47BB13837F9}" dt="2026-10-14T10:17:50.120" v="80" actId="2711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pooja shivakalimath" userId="956c59d1fd19f8b9" providerId="LiveId" clId="{B6780CA4-0057-4C48-8476-F47BB13837F9}" dt="2026-10-14T10:17:27.518" v="79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7:17.752" v="77" actId="1076"/>
          <ac:spMkLst>
            <pc:docMk/>
            <pc:sldMk cId="0" sldId="260"/>
            <ac:spMk id="5" creationId="{00000000-0000-0000-0000-000000000000}"/>
          </ac:spMkLst>
        </pc:spChg>
      </pc:sldChg>
      <pc:sldChg chg="delSp modSp mod">
        <pc:chgData name="pooja shivakalimath" userId="956c59d1fd19f8b9" providerId="LiveId" clId="{B6780CA4-0057-4C48-8476-F47BB13837F9}" dt="2026-10-14T10:18:44.727" v="88" actId="1076"/>
        <pc:sldMkLst>
          <pc:docMk/>
          <pc:sldMk cId="0" sldId="261"/>
        </pc:sldMkLst>
        <pc:spChg chg="mod">
          <ac:chgData name="pooja shivakalimath" userId="956c59d1fd19f8b9" providerId="LiveId" clId="{B6780CA4-0057-4C48-8476-F47BB13837F9}" dt="2026-10-14T10:18:30.074" v="8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8:00.642" v="81" actId="2711"/>
          <ac:spMkLst>
            <pc:docMk/>
            <pc:sldMk cId="0" sldId="261"/>
            <ac:spMk id="3" creationId="{00000000-0000-0000-0000-000000000000}"/>
          </ac:spMkLst>
        </pc:spChg>
        <pc:spChg chg="del">
          <ac:chgData name="pooja shivakalimath" userId="956c59d1fd19f8b9" providerId="LiveId" clId="{B6780CA4-0057-4C48-8476-F47BB13837F9}" dt="2026-10-14T10:18:05.990" v="82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8:44.727" v="88" actId="1076"/>
          <ac:spMkLst>
            <pc:docMk/>
            <pc:sldMk cId="0" sldId="261"/>
            <ac:spMk id="6" creationId="{00000000-0000-0000-0000-000000000000}"/>
          </ac:spMkLst>
        </pc:spChg>
      </pc:sldChg>
      <pc:sldChg chg="delSp modSp mod">
        <pc:chgData name="pooja shivakalimath" userId="956c59d1fd19f8b9" providerId="LiveId" clId="{B6780CA4-0057-4C48-8476-F47BB13837F9}" dt="2026-10-14T10:19:21.792" v="93" actId="478"/>
        <pc:sldMkLst>
          <pc:docMk/>
          <pc:sldMk cId="0" sldId="262"/>
        </pc:sldMkLst>
        <pc:spChg chg="mod">
          <ac:chgData name="pooja shivakalimath" userId="956c59d1fd19f8b9" providerId="LiveId" clId="{B6780CA4-0057-4C48-8476-F47BB13837F9}" dt="2026-10-14T10:18:57.474" v="89" actId="2711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pooja shivakalimath" userId="956c59d1fd19f8b9" providerId="LiveId" clId="{B6780CA4-0057-4C48-8476-F47BB13837F9}" dt="2026-10-14T10:19:21.792" v="93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9:04.323" v="90" actId="27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9:13.847" v="91" actId="2711"/>
          <ac:spMkLst>
            <pc:docMk/>
            <pc:sldMk cId="0" sldId="262"/>
            <ac:spMk id="6" creationId="{00000000-0000-0000-0000-000000000000}"/>
          </ac:spMkLst>
        </pc:spChg>
      </pc:sldChg>
      <pc:sldChg chg="delSp modSp mod">
        <pc:chgData name="pooja shivakalimath" userId="956c59d1fd19f8b9" providerId="LiveId" clId="{B6780CA4-0057-4C48-8476-F47BB13837F9}" dt="2026-10-14T10:19:53.395" v="99" actId="478"/>
        <pc:sldMkLst>
          <pc:docMk/>
          <pc:sldMk cId="0" sldId="263"/>
        </pc:sldMkLst>
        <pc:spChg chg="mod">
          <ac:chgData name="pooja shivakalimath" userId="956c59d1fd19f8b9" providerId="LiveId" clId="{B6780CA4-0057-4C48-8476-F47BB13837F9}" dt="2026-10-14T10:19:47.899" v="97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9:33.383" v="94" actId="2711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pooja shivakalimath" userId="956c59d1fd19f8b9" providerId="LiveId" clId="{B6780CA4-0057-4C48-8476-F47BB13837F9}" dt="2026-10-14T10:19:53.395" v="99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14T10:19:42.375" v="95" actId="2711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02455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4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6: OWASP &amp; VAPT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503028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37A7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Security &amp; Vulnerability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86200"/>
            <a:ext cx="596464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94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Internship – DG Interns Hub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lab: XAMPP + DVWA • Evidence-based learning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3980" y="5308188"/>
            <a:ext cx="243848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F79"/>
                </a:solidFill>
              </a:defRPr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 :Pooja G Shivakalimath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184" y="2090117"/>
            <a:ext cx="1078992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key OWASP web application risks, especially SQL injection and XSS.</a:t>
            </a:r>
          </a:p>
          <a:p>
            <a:pPr>
              <a:spcAft>
                <a:spcPts val="1300"/>
              </a:spcAft>
              <a:defRPr sz="21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a local, deliberately vulnerable DVWA environment using XAMPP.</a:t>
            </a:r>
          </a:p>
          <a:p>
            <a:pPr>
              <a:spcAft>
                <a:spcPts val="1300"/>
              </a:spcAft>
              <a:defRPr sz="21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test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document evidence, risk, and mitigations.</a:t>
            </a:r>
          </a:p>
          <a:p>
            <a:pPr>
              <a:spcAft>
                <a:spcPts val="1300"/>
              </a:spcAft>
              <a:defRPr sz="21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Burp Suite HTTP history and identify remaining work.</a:t>
            </a:r>
          </a:p>
          <a:p>
            <a:pPr>
              <a:spcAft>
                <a:spcPts val="1300"/>
              </a:spcAft>
              <a:defRPr sz="21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limited to localhost / authorized training lab — not public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Lab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856" y="1902828"/>
            <a:ext cx="5760720" cy="33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XAMPP: local Apache + database stack; dashboard loaded successfully.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DVWA: intentionally vulnerable training application 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htdocs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DVWA security level shown as Low for controlled demonstrations.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Burp Suite Community Edition: HTTP history inspected.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ZAP: planned scan and export were not completed.</a:t>
            </a:r>
          </a:p>
        </p:txBody>
      </p:sp>
      <p:pic>
        <p:nvPicPr>
          <p:cNvPr id="6" name="Picture 5" descr="Screenshot 2026-10-13 130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4540"/>
            <a:ext cx="5120640" cy="2880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69131" y="5760720"/>
            <a:ext cx="25668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F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DVWA security page: level set to 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1: SQL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957138"/>
            <a:ext cx="5212080" cy="263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input (ID 1) returned the admin record.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controlled tautology test returned multiple records.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demonstrates unsafe query construction in the DVWA lab.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Prevention: prepared statements, least-privilege DB access, safe input handling.</a:t>
            </a:r>
          </a:p>
        </p:txBody>
      </p:sp>
      <p:pic>
        <p:nvPicPr>
          <p:cNvPr id="6" name="Picture 5" descr="Screenshot 2026-10-13 131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58816"/>
            <a:ext cx="5715000" cy="32146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00624" y="5806440"/>
            <a:ext cx="29552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F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output: multiple records in DVWA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2: Reflected &amp; Stored XSS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472" y="1188720"/>
            <a:ext cx="5120640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 XSS: test input triggered an alert in the browser.</a:t>
            </a:r>
          </a:p>
          <a:p>
            <a:pPr>
              <a:spcAft>
                <a:spcPts val="1300"/>
              </a:spcAft>
              <a:defRPr sz="18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XSS: stored test content triggered an alert.</a:t>
            </a:r>
          </a:p>
          <a:p>
            <a:pPr>
              <a:spcAft>
                <a:spcPts val="1300"/>
              </a:spcAft>
              <a:defRPr sz="18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 script may execute in a user's browser context.</a:t>
            </a:r>
          </a:p>
          <a:p>
            <a:pPr>
              <a:spcAft>
                <a:spcPts val="1300"/>
              </a:spcAft>
              <a:defRPr sz="18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Prevention: context-aware output encoding, safe templating, sanitization, CSP as defense in depth.</a:t>
            </a:r>
          </a:p>
        </p:txBody>
      </p:sp>
      <p:pic>
        <p:nvPicPr>
          <p:cNvPr id="6" name="Picture 5" descr="Screenshot 2026-10-13 1322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440" y="1188720"/>
            <a:ext cx="3982720" cy="2240280"/>
          </a:xfrm>
          <a:prstGeom prst="rect">
            <a:avLst/>
          </a:prstGeom>
        </p:spPr>
      </p:pic>
      <p:pic>
        <p:nvPicPr>
          <p:cNvPr id="7" name="Picture 6" descr="Screenshot 2026-10-13 1324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440" y="3657600"/>
            <a:ext cx="398272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Burp Suite: Evidence Review</a:t>
            </a:r>
          </a:p>
        </p:txBody>
      </p:sp>
      <p:pic>
        <p:nvPicPr>
          <p:cNvPr id="5" name="Picture 4" descr="Screenshot 2026-10-13 1714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19"/>
            <a:ext cx="6583680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36027" y="1645919"/>
            <a:ext cx="4297680" cy="242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history was reviewed.</a:t>
            </a:r>
          </a:p>
          <a:p>
            <a:pPr>
              <a:spcAft>
                <a:spcPts val="1300"/>
              </a:spcAft>
              <a:defRPr sz="17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shows connectivity-check traffic, not localhost/DVWA.</a:t>
            </a:r>
          </a:p>
          <a:p>
            <a:pPr>
              <a:spcAft>
                <a:spcPts val="1300"/>
              </a:spcAft>
              <a:defRPr sz="17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DVWA-specific request/response capture is not evidenced.</a:t>
            </a:r>
          </a:p>
          <a:p>
            <a:pPr>
              <a:spcAft>
                <a:spcPts val="1300"/>
              </a:spcAft>
              <a:defRPr sz="17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step: configure proxy and verify a localhost request appears.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ZAP: Task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Planned: automated scan of DVWA and export of the scan report.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completed: the file intended for this task was reported as malicious/unsafe.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file was not opened or executed; no security warning was bypassed.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ZAP results are claimed because no scan/export evidence exists.</a:t>
            </a:r>
          </a:p>
          <a:p>
            <a:pPr>
              <a:spcAft>
                <a:spcPts val="1300"/>
              </a:spcAft>
              <a:defRPr sz="19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next step: use a trusted ZAP installation and scan only the local authorized lab.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698480" cy="502920"/>
          </a:xfrm>
          <a:prstGeom prst="roundRect">
            <a:avLst/>
          </a:prstGeom>
          <a:solidFill>
            <a:srgbClr val="EDF5F7"/>
          </a:solidFill>
          <a:ln>
            <a:solidFill>
              <a:srgbClr val="23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304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Not completed — recorded transparently for safety and accuracy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Findings, Mitigations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— demonstrated in DVWA; use parameterized queries and least privilege.</a:t>
            </a:r>
          </a:p>
          <a:p>
            <a:pPr>
              <a:spcAft>
                <a:spcPts val="1300"/>
              </a:spcAft>
              <a:defRPr sz="18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Reflected/stored XSS — demonstrated in DVWA; encode output and sanitize allowed content.</a:t>
            </a:r>
          </a:p>
          <a:p>
            <a:pPr>
              <a:spcAft>
                <a:spcPts val="1300"/>
              </a:spcAft>
              <a:defRPr sz="18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Burp — opened and history reviewed; DVWA capture remains pending.</a:t>
            </a:r>
          </a:p>
          <a:p>
            <a:pPr>
              <a:spcAft>
                <a:spcPts val="1300"/>
              </a:spcAft>
              <a:defRPr sz="18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ZAP scan/export — pending because the intended file was reported unsafe.</a:t>
            </a:r>
          </a:p>
          <a:p>
            <a:pPr>
              <a:spcAft>
                <a:spcPts val="1300"/>
              </a:spcAft>
              <a:defRPr sz="1800">
                <a:solidFill>
                  <a:srgbClr val="2D39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Learning: test only with authorization, preserve evidence, report limitations, and never run suspicious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484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pooja shivakalimath</cp:lastModifiedBy>
  <cp:revision>1</cp:revision>
  <dcterms:created xsi:type="dcterms:W3CDTF">2013-01-27T09:14:16Z</dcterms:created>
  <dcterms:modified xsi:type="dcterms:W3CDTF">2026-10-14T10:20:00Z</dcterms:modified>
  <cp:category/>
</cp:coreProperties>
</file>